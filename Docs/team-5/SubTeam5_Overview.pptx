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175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Sub-Team 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04672" y="23317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the Feature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iDaVIE's feature code simpler, safer, and easier to test.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Fergus O'Flynn   |   Harry Kennedy   |   Mark Mannion   |   Aaron Byrne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136397" y="502021"/>
            <a:ext cx="9688296" cy="16429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problem we were tasked to fix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36397" y="2418409"/>
            <a:ext cx="9688296" cy="3454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 indent="-228600">
              <a:lnSpc>
                <a:spcPct val="90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The feature system was built around one very large class that did almost everything.</a:t>
            </a:r>
          </a:p>
          <a:p>
            <a:pPr marL="228600" indent="-228600" algn="ctr">
              <a:lnSpc>
                <a:spcPct val="90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It handled the data, the on-screen display, saving files, and the menus all at the same time.</a:t>
            </a:r>
          </a:p>
          <a:p>
            <a:pPr marL="228600" indent="-228600">
              <a:lnSpc>
                <a:spcPct val="90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Because everything was bundled together, the code was hard to test, risky to change, and easy to break by accident.</a:t>
            </a:r>
          </a:p>
          <a:p>
            <a:pPr marL="228600" indent="-228600">
              <a:lnSpc>
                <a:spcPct val="90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Our goal: break it apart into smaller classes that each do one job well.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Re-factored Example 1: Moment Maps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Before, a single class did the maths, the on-screen display, and the plotting all together. We split it into focused classes: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896112" y="2103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class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28032" y="210312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0698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896112" y="256032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MomentMapCalculator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28032" y="2560320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moment-map maths, and nothing else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090672"/>
            <a:ext cx="10698480" cy="5303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896112" y="309067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MomentMapService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28032" y="3090672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request and hands back the result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621024"/>
            <a:ext cx="10698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896112" y="362102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MomentMapRequest / Result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28032" y="3621024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holders for the inputs and the outputs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151376"/>
            <a:ext cx="10698480" cy="5303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896112" y="4151376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MomentMapRendererAdapter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28032" y="4151376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the result on screen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" y="4681728"/>
            <a:ext cx="10698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896112" y="4681728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boundary pieces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28032" y="4681728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parts cleanly separated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 can now be checked on its own, without having to run the 3D display.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Re-factored Example 2: Saving feature files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Before, one long method built the document, the headers, the rows, and wrote the file all at once. We split it up: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896112" y="2103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class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28032" y="210312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0698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896112" y="256032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FeatureCatalog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28032" y="2560320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feature data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090672"/>
            <a:ext cx="10698480" cy="5303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896112" y="309067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VoTableExportService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28032" y="3090672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file and writes it out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621024"/>
            <a:ext cx="10698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896112" y="362102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IVoTableExporter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28032" y="3621024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boundary between the data and the file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151376"/>
            <a:ext cx="10698480" cy="5303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896112" y="4151376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helpers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28032" y="4151376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the coordinate conversions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saving can now be tested without writing real files to disk.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Improvements to code quality and health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28600" indent="-228600">
              <a:lnSpc>
                <a:spcPct val="90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Each class now has one clear job, so the code is much easier to read and change.</a:t>
            </a:r>
          </a:p>
          <a:p>
            <a:pPr marL="228600" indent="-228600">
              <a:lnSpc>
                <a:spcPct val="90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The core logic is separated from the display, so it can be tested on its own.</a:t>
            </a:r>
          </a:p>
          <a:p>
            <a:pPr marL="228600" indent="-228600">
              <a:lnSpc>
                <a:spcPct val="90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The code is far less tangled, so changing one part is far less likely to break another.</a:t>
            </a:r>
          </a:p>
          <a:p>
            <a:pPr marL="228600" indent="-228600">
              <a:lnSpc>
                <a:spcPct val="90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We added automated tests covering worked examples, tricky edge cases, and full user scenarios.</a:t>
            </a:r>
          </a:p>
          <a:p>
            <a:pPr marL="228600" indent="-228600">
              <a:lnSpc>
                <a:spcPct val="90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We measured code quality before and after, and every part now meets the team's targets.</a:t>
            </a:r>
          </a:p>
          <a:p>
            <a:pPr marL="228600" indent="-228600">
              <a:lnSpc>
                <a:spcPct val="90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Clear, documented boundaries make it easier for other sub-teams to build on our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411</Words>
  <Application>Microsoft Office PowerPoint</Application>
  <PresentationFormat>Widescreen</PresentationFormat>
  <Paragraphs>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Sub-Team 5 — Feature System</dc:title>
  <dc:subject>PptxGenJS Presentation</dc:subject>
  <dc:creator>Sub-Team 5</dc:creator>
  <cp:lastModifiedBy>ULStudent:MARK.MANNION</cp:lastModifiedBy>
  <cp:revision>2</cp:revision>
  <dcterms:created xsi:type="dcterms:W3CDTF">2026-06-03T20:06:13Z</dcterms:created>
  <dcterms:modified xsi:type="dcterms:W3CDTF">2026-06-03T20:09:29Z</dcterms:modified>
</cp:coreProperties>
</file>