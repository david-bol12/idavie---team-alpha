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Sub-Team 5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804672" y="233172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Refactoring the Feature System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2918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iDaVIE's feature code simpler, safer, and easier to test.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4480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Fergus O'Flynn   |   Harry Kennedy   |   Mark Mannion   |   Aaron Byrne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we set out to fix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106070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feature system was built around one very large class that did almost everything.</a:t>
            </a:r>
            <a:endParaRPr lang="en-US" sz="19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handled the data, the on-screen display, saving files, and the menus all at the same time.</a:t>
            </a:r>
            <a:endParaRPr lang="en-US" sz="19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everything was bundled together, the code was hard to test, risky to change, and easy to break by accident.</a:t>
            </a:r>
            <a:endParaRPr lang="en-US" sz="19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goal: break it apart into smaller classes that each do one job well.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Moment Maps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Before, a single class did the maths, the on-screen display, and the plotting all together. We split it into focused classes: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10698480" cy="457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210312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class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828032" y="2103120"/>
            <a:ext cx="6446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2560320"/>
            <a:ext cx="106984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560320"/>
            <a:ext cx="3703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MomentMapCalculator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828032" y="2560320"/>
            <a:ext cx="6446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moment-map maths, and nothing else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731520" y="3090672"/>
            <a:ext cx="10698480" cy="530352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3090672"/>
            <a:ext cx="3703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MomentMapService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828032" y="3090672"/>
            <a:ext cx="6446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a request and hands back the result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31520" y="3621024"/>
            <a:ext cx="106984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3621024"/>
            <a:ext cx="3703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MomentMapRequest / Result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828032" y="3621024"/>
            <a:ext cx="6446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holders for the inputs and the outputs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731520" y="4151376"/>
            <a:ext cx="10698480" cy="530352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4151376"/>
            <a:ext cx="3703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MomentMapRendererAdapter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828032" y="4151376"/>
            <a:ext cx="6446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Draws the result on screen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731520" y="4681728"/>
            <a:ext cx="106984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6112" y="4681728"/>
            <a:ext cx="3703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boundary pieces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4828032" y="4681728"/>
            <a:ext cx="6446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parts cleanly separated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31520" y="52120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maths can now be checked on its own, without having to run the 3D display.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Saving feature files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Before, one long method built the document, the headers, the rows, and wrote the file all at once. We split it up: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10698480" cy="457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210312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class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828032" y="2103120"/>
            <a:ext cx="6446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2560320"/>
            <a:ext cx="106984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560320"/>
            <a:ext cx="3703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FeatureCatalog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828032" y="2560320"/>
            <a:ext cx="6446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the feature data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731520" y="3090672"/>
            <a:ext cx="10698480" cy="530352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3090672"/>
            <a:ext cx="3703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VoTableExportService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828032" y="3090672"/>
            <a:ext cx="6446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the file and writes it out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31520" y="3621024"/>
            <a:ext cx="106984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3621024"/>
            <a:ext cx="3703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IVoTableExporter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828032" y="3621024"/>
            <a:ext cx="6446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 boundary between the data and the file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731520" y="4151376"/>
            <a:ext cx="10698480" cy="530352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4151376"/>
            <a:ext cx="3703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helpers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828032" y="4151376"/>
            <a:ext cx="6446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the coordinate conversions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31520" y="47091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file saving can now be tested without writing real files to disk.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Improvements to code quality and health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6984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class now has one clear job, so the code is much easier to read and change.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logic is separated from the display, so it can be tested on its own.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code is far less tangled, so changing one part is far less likely to break another.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added automated tests covering worked examples, tricky edge cases, and full user scenarios.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measured code quality before and after, and every part now meets the team's targets.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Clear, documented boundaries make it easier for other sub-teams to build on our work.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Sub-Team 5 — Feature System</dc:title>
  <dc:subject>PptxGenJS Presentation</dc:subject>
  <dc:creator>Sub-Team 5</dc:creator>
  <cp:lastModifiedBy>Sub-Team 5</cp:lastModifiedBy>
  <cp:revision>1</cp:revision>
  <dcterms:created xsi:type="dcterms:W3CDTF">2026-06-03T20:06:13Z</dcterms:created>
  <dcterms:modified xsi:type="dcterms:W3CDTF">2026-06-03T20:06:13Z</dcterms:modified>
</cp:coreProperties>
</file>