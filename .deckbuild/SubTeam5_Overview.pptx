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(god class)</c:v>
                </c:pt>
              </c:strCache>
            </c:strRef>
          </c:tx>
          <c:spPr>
            <a:solidFill>
              <a:srgbClr val="E2E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Coupling (CBO)</c:v>
                  </c:pt>
                  <c:pt idx="1">
                    <c:v>Complexity (WMC)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</c:v>
                </c:pt>
                <c:pt idx="1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(domain class)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Coupling (CBO)</c:v>
                  </c:pt>
                  <c:pt idx="1">
                    <c:v>Complexity (WMC)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iDaVIE  ·  SUB-TEAM 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15544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Refactoring the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System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Untangling iDaVIE's feature domain from Unity — turning one tangled “god class” into small, layered, testable pieces, with the quality gains measured.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41248" y="4983480"/>
            <a:ext cx="3840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 </a:t>
            </a:r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Fergus O’Flynn  ·  Harry Kennedy  ·  Mark Mannion  ·  Aaron Byrne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Alpha · Software Engineering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one god class to a layered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owned, and how we restructured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749040" cy="3703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3500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FeatureSetManager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class doing everything: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rules + selection logic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lifecycle &amp; rendering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import / export (I/O)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menu state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test, hard to change — coupling concentrated in one place.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97680" y="32461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6400800" cy="3703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40680" y="20116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40680" y="23317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focused layers behind interfaces  (ADR 008)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40680" y="2834640"/>
            <a:ext cx="5760720" cy="71323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2834640"/>
            <a:ext cx="73152" cy="7132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23560" y="316382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FeatureCatalog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21040" y="30449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&amp; rules — no Unity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40680" y="3675888"/>
            <a:ext cx="5760720" cy="71323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440680" y="3675888"/>
            <a:ext cx="73152" cy="7132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5623560" y="3767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23560" y="40050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FeatureSetService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&amp; orchestration logic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40680" y="4517136"/>
            <a:ext cx="5760720" cy="71323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5440680" y="4517136"/>
            <a:ext cx="73152" cy="7132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5623560" y="46085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23560" y="4846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FeatureVisualiser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21040" y="4727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rendering adapter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delivered:   </a:t>
            </a:r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migrated 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caller files</a:t>
            </a:r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 the old class   ·   added the 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IFeature</a:t>
            </a:r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interface + a contract for Team 4   ·   </a:t>
            </a:r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worked examples</a:t>
            </a:r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(Moment Maps, VOTable Export)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EXAMPLE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 Maps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3502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Unity MonoBehaviour that mixed calculation, rendering and UI — split along clean layer lines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749040" cy="3931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91440" cy="39319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29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·  ONE CLASS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MomentMapRenderer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74320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391-line MonoBehaviour combining:</a:t>
            </a:r>
            <a:endParaRPr lang="en-US" sz="13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computation (the maths)</a:t>
            </a:r>
            <a:endParaRPr lang="en-US" sz="13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rendering</a:t>
            </a:r>
            <a:endParaRPr lang="en-US" sz="13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plot drawing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32688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27   ·   CBO 17   ·   LCOM 0.48 (borderline)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18288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·  focused classes behind interfaces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800600" y="2212848"/>
            <a:ext cx="672084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4956048" y="2212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24928" y="22128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89720" y="221284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66960" y="221284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44200" y="221284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2596896"/>
            <a:ext cx="6720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5968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MomentMapCalculator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24928" y="2596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· pure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89720" y="25968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966960" y="25968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44200" y="25968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054096"/>
            <a:ext cx="67208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0540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MomentMapService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24928" y="3054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89720" y="30540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966960" y="30540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44200" y="30540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3511296"/>
            <a:ext cx="6720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56048" y="35112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MomentMapRequest / Result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424928" y="3511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DTOs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189720" y="35112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966960" y="35112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744200" y="35112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00600" y="3968496"/>
            <a:ext cx="67208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39684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MomentMapRendererAdapter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424928" y="39684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· Unity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89720" y="39684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966960" y="39684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744200" y="39684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00600" y="4425696"/>
            <a:ext cx="6720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44256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IMomentMap{Adapter,Service}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424928" y="4425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189720" y="44256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966960" y="44256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744200" y="44256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818888" y="498348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now lives in a pure calculator (CBO 17 → 2, perfectly cohesive); Unity work sits behind an adapter + interface. Outliers — calculator WMC 22 and the Unity adapter’s LCOM — are expected and isolated.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40080" y="5989320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5989320"/>
            <a:ext cx="91440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1" name="Text 49"/>
          <p:cNvSpPr/>
          <p:nvPr/>
        </p:nvSpPr>
        <p:spPr>
          <a:xfrm>
            <a:off x="868680" y="5989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that was concentrated in one class drops from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to 2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core logic — and the moment maths can now be unit-tested without Unity.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EXAMPLE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VOTable Export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3502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“clean-looking” class hiding a real smell — fixed with ports, not by chasing metrics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749040" cy="3931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91440" cy="39319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29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·  ONE CLASS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VoTableSaver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74320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90-line static method</a:t>
            </a:r>
            <a:endParaRPr lang="en-US" sz="130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(SaveFeatureSetAsVoTable) doing it all:</a:t>
            </a:r>
            <a:endParaRPr lang="en-US" sz="13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building</a:t>
            </a:r>
            <a:endParaRPr lang="en-US" sz="13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rows</a:t>
            </a:r>
            <a:endParaRPr lang="en-US" sz="13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I/O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32688" y="5303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7 · CBO 6 · LCOM 0 — passes every gate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00600" y="18288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·  one method becomes four, behind a port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800600" y="2212848"/>
            <a:ext cx="672084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4956048" y="2212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24928" y="22128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89720" y="221284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66960" y="221284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44200" y="2212848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2596896"/>
            <a:ext cx="6720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5968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FeatureCatalog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24928" y="25968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89720" y="25968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966960" y="25968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44200" y="25968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054096"/>
            <a:ext cx="67208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0540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VoTableExportService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24928" y="30540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· Persistence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89720" y="30540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966960" y="30540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44200" y="30540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3511296"/>
            <a:ext cx="6720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56048" y="35112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IVoTableExporter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424928" y="3511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· 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189720" y="35112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966960" y="35112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744200" y="35112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00600" y="3968496"/>
            <a:ext cx="67208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396849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ICoordinateTransformer / IAstFrame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424928" y="39684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· ports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89720" y="39684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966960" y="39684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744200" y="3968496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18888" y="46634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 metrics already “passed”, so they didn’t flag the real problem: one method doing four jobs. The fix is structural — BuildDocument / BuildHeaders / BuildRow / Export, with export behind the IVoTableExporter port so the domain depends only on an abstraction.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989320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5989320"/>
            <a:ext cx="91440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5989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smell shows up in the numbers —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single-responsibility &amp; testability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drove this one. The exporter can now be tested with no Unity and no file system.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&amp; deliverables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both examples, every extracted class lands within the agreed CK acceptance gates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of the core logic  ·  Moment Maps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011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 — coupling drops sharply once Unity &amp; I/O move out.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040880" y="1783080"/>
            <a:ext cx="4572000" cy="12344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040880" y="1783080"/>
            <a:ext cx="91440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7360920" y="18745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0.48 </a:t>
            </a:r>
            <a:pPr indent="0" marL="0">
              <a:buNone/>
            </a:pPr>
            <a:r>
              <a:rPr lang="en-US" sz="30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</a:t>
            </a:r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379208" y="25786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Lack-of-cohesion (LCOM) in the domain class — now perfectly cohesive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040880" y="3200400"/>
            <a:ext cx="4572000" cy="12344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2" name="Shape 9"/>
          <p:cNvSpPr/>
          <p:nvPr/>
        </p:nvSpPr>
        <p:spPr>
          <a:xfrm>
            <a:off x="7040880" y="3200400"/>
            <a:ext cx="91440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360920" y="32918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</a:t>
            </a:r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gates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379208" y="39136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an automated metrics checker we built (tools/check_ck_metrics.py).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132320" y="48920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+ design document &amp; UML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3-level test suite (unit · property-based · scenario)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 + CK-metrics report &amp; checker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Sub-Team 5 — Refactoring the Feature System</dc:title>
  <dc:subject>PptxGenJS Presentation</dc:subject>
  <dc:creator>Sub-Team 5</dc:creator>
  <cp:lastModifiedBy>Sub-Team 5</cp:lastModifiedBy>
  <cp:revision>1</cp:revision>
  <dcterms:created xsi:type="dcterms:W3CDTF">2026-06-03T17:21:19Z</dcterms:created>
  <dcterms:modified xsi:type="dcterms:W3CDTF">2026-06-03T17:21:19Z</dcterms:modified>
</cp:coreProperties>
</file>